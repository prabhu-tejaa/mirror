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62" r:id="rId4"/>
    <p:sldId id="274" r:id="rId5"/>
    <p:sldId id="275" r:id="rId6"/>
    <p:sldId id="273" r:id="rId7"/>
    <p:sldId id="277" r:id="rId8"/>
    <p:sldId id="276" r:id="rId9"/>
    <p:sldId id="280" r:id="rId10"/>
    <p:sldId id="263" r:id="rId11"/>
    <p:sldId id="281" r:id="rId12"/>
    <p:sldId id="287" r:id="rId13"/>
    <p:sldId id="285" r:id="rId14"/>
    <p:sldId id="286" r:id="rId15"/>
    <p:sldId id="278" r:id="rId16"/>
    <p:sldId id="282" r:id="rId17"/>
    <p:sldId id="283" r:id="rId18"/>
    <p:sldId id="272" r:id="rId19"/>
    <p:sldId id="284" r:id="rId20"/>
    <p:sldId id="279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C9E70-9DF9-477D-E749-D2195C619A51}" v="994" dt="2026-03-25T22:29:53.598"/>
    <p1510:client id="{43C864F2-0BBB-BFA6-527E-CD528C0E7CC4}" v="16" dt="2026-03-27T07:52:23.614"/>
    <p1510:client id="{61E7997F-AA79-68D5-6F13-C522EA8A8835}" v="337" dt="2026-03-26T08:11:29.621"/>
    <p1510:client id="{7CDD80BF-8307-79CF-A85A-5D31041A1110}" v="99" dt="2026-03-26T20:19:56.971"/>
    <p1510:client id="{92E1C9FF-B287-EE43-AC41-F7D9F9B2A34C}" v="14" dt="2026-03-27T22:10:23.678"/>
    <p1510:client id="{C0E84209-0DD8-F3CC-4B38-E32C62454442}" v="5" dt="2026-03-26T08:12:50.030"/>
    <p1510:client id="{D4C5E3BF-17EC-31DC-E552-FECAB8F74E8B}" v="3" dt="2026-03-26T08:29:31.809"/>
    <p1510:client id="{DA063BAB-7339-62E3-24DD-90A712C71FAB}" v="2" dt="2026-03-26T08:41:24.284"/>
    <p1510:client id="{E1DC653E-FC6C-5047-E537-59EC81AB8AEE}" v="14" dt="2026-03-26T21:01:01.235"/>
    <p1510:client id="{E33CE4E6-4428-AF69-63BD-F08168BC66E1}" v="25" dt="2026-03-26T08:24:31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bhu-tejaa/MIRROR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prabhu-tejaa/MIRROR/releases" TargetMode="External"/><Relationship Id="rId4" Type="http://schemas.openxmlformats.org/officeDocument/2006/relationships/hyperlink" Target="https://projectmirror.tec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1E15-52DC-FA93-5EDC-0DD2D03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6602"/>
            <a:ext cx="10515600" cy="1325563"/>
          </a:xfrm>
        </p:spPr>
        <p:txBody>
          <a:bodyPr/>
          <a:lstStyle/>
          <a:p>
            <a:pPr algn="ctr">
              <a:spcBef>
                <a:spcPts val="1000"/>
              </a:spcBef>
            </a:pPr>
            <a:r>
              <a:rPr lang="en-US" b="1" dirty="0">
                <a:ea typeface="+mj-lt"/>
                <a:cs typeface="+mj-lt"/>
              </a:rPr>
              <a:t>MIRЯOЯ</a:t>
            </a:r>
          </a:p>
          <a:p>
            <a:pPr algn="ctr">
              <a:spcBef>
                <a:spcPts val="1000"/>
              </a:spcBef>
            </a:pPr>
            <a:r>
              <a:rPr lang="en-US" sz="2800" dirty="0">
                <a:latin typeface="Aptos"/>
              </a:rPr>
              <a:t>An AI Powered Memory and Emotional Analytics System</a:t>
            </a:r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B529B9D4-FE21-38D0-B570-12FA1A7F04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C281326-64B2-DBD9-01F6-C292DC1BE5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ea typeface="+mj-lt"/>
                <a:cs typeface="+mj-lt"/>
              </a:rPr>
              <a:t>Project</a:t>
            </a:r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AEE31ED-ED9B-5090-0324-D67B1B6FD984}"/>
              </a:ext>
            </a:extLst>
          </p:cNvPr>
          <p:cNvSpPr txBox="1"/>
          <p:nvPr/>
        </p:nvSpPr>
        <p:spPr>
          <a:xfrm>
            <a:off x="371211" y="6215082"/>
            <a:ext cx="1757043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Second Review </a:t>
            </a:r>
          </a:p>
          <a:p>
            <a:r>
              <a:rPr lang="en-US" sz="1400" dirty="0"/>
              <a:t>09 June 2026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E27BA5A-FCDD-026C-4548-16053C39D2C5}"/>
              </a:ext>
            </a:extLst>
          </p:cNvPr>
          <p:cNvSpPr>
            <a:spLocks noGrp="1"/>
          </p:cNvSpPr>
          <p:nvPr/>
        </p:nvSpPr>
        <p:spPr>
          <a:xfrm>
            <a:off x="838200" y="4429132"/>
            <a:ext cx="3233305" cy="19700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Presented by: </a:t>
            </a:r>
          </a:p>
          <a:p>
            <a:pPr marL="0" indent="0">
              <a:buNone/>
            </a:pPr>
            <a:r>
              <a:rPr lang="en-US" b="1" dirty="0" err="1">
                <a:latin typeface="Calibri"/>
                <a:ea typeface="Calibri"/>
                <a:cs typeface="Calibri"/>
              </a:rPr>
              <a:t>Prabhu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Teja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b="1" dirty="0" err="1">
                <a:latin typeface="Calibri"/>
                <a:ea typeface="Calibri"/>
                <a:cs typeface="Calibri"/>
              </a:rPr>
              <a:t>Pamula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24EMCA1237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9B98D82D-B30C-3ABD-28CB-C464E815B492}"/>
              </a:ext>
            </a:extLst>
          </p:cNvPr>
          <p:cNvSpPr>
            <a:spLocks noGrp="1"/>
          </p:cNvSpPr>
          <p:nvPr/>
        </p:nvSpPr>
        <p:spPr>
          <a:xfrm>
            <a:off x="8267699" y="4432011"/>
            <a:ext cx="3086101" cy="21432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Project Guide: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Dr. </a:t>
            </a:r>
            <a:r>
              <a:rPr lang="en-US" b="1" dirty="0" err="1">
                <a:latin typeface="Calibri"/>
                <a:ea typeface="Calibri"/>
                <a:cs typeface="Calibri"/>
              </a:rPr>
              <a:t>Brijendra</a:t>
            </a:r>
            <a:r>
              <a:rPr lang="en-US" b="1" dirty="0">
                <a:latin typeface="Calibri"/>
                <a:ea typeface="Calibri"/>
                <a:cs typeface="Calibri"/>
              </a:rPr>
              <a:t> Singh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Associate Professor</a:t>
            </a:r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5409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Outline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Data Collection Progress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Analysis &amp; Interpretation (Preliminary)</a:t>
            </a:r>
            <a:endParaRPr lang="en-US" dirty="0"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dirty="0"/>
              <a:t>Consistency with Objectives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7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F39B-93FF-A16F-44E6-EDB620B2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Collection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0ED45-B10D-4EF7-2B32-5856F981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Authenticity of Data:</a:t>
            </a:r>
            <a:r>
              <a:rPr lang="en-US" dirty="0"/>
              <a:t> </a:t>
            </a:r>
          </a:p>
          <a:p>
            <a:pPr lvl="1">
              <a:lnSpc>
                <a:spcPct val="120000"/>
              </a:lnSpc>
              <a:buNone/>
            </a:pPr>
            <a:endParaRPr lang="en-US" sz="2800" dirty="0"/>
          </a:p>
          <a:p>
            <a:pPr>
              <a:lnSpc>
                <a:spcPct val="120000"/>
              </a:lnSpc>
              <a:buNone/>
            </a:pPr>
            <a:r>
              <a:rPr lang="en-US" dirty="0"/>
              <a:t>	Mirror Captures real time user reflections through our frontend using two natural input methods:</a:t>
            </a:r>
          </a:p>
          <a:p>
            <a:pPr>
              <a:lnSpc>
                <a:spcPct val="120000"/>
              </a:lnSpc>
              <a:buNone/>
            </a:pPr>
            <a:endParaRPr lang="en-US" dirty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Direct text typing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endParaRPr lang="en-US" dirty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Built in speech to text processing (Voice recording)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E6E5675-CB19-8B8D-3176-8CE7AA2405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ext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533400"/>
            <a:ext cx="12193200" cy="579177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peech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F39B-93FF-A16F-44E6-EDB620B2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Collection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0ED45-B10D-4EF7-2B32-5856F981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Adequacy of Data Collected: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dirty="0"/>
              <a:t>	Ensures no information is lost by storing all 7 key details needed for the AI to work properly:</a:t>
            </a:r>
          </a:p>
          <a:p>
            <a:pPr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  <a:buNone/>
            </a:pPr>
            <a:r>
              <a:rPr lang="en-US" b="1" dirty="0"/>
              <a:t>id:</a:t>
            </a:r>
            <a:r>
              <a:rPr lang="en-US" dirty="0"/>
              <a:t> Unique database identifier.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  <a:buNone/>
            </a:pPr>
            <a:r>
              <a:rPr lang="en-US" b="1" dirty="0"/>
              <a:t>content:</a:t>
            </a:r>
            <a:r>
              <a:rPr lang="en-US" dirty="0"/>
              <a:t> The actual journal text.</a:t>
            </a:r>
          </a:p>
          <a:p>
            <a:pPr lvl="1">
              <a:lnSpc>
                <a:spcPct val="120000"/>
              </a:lnSpc>
              <a:buNone/>
            </a:pPr>
            <a:endParaRPr lang="en-US" b="1" dirty="0"/>
          </a:p>
          <a:p>
            <a:pPr lvl="1">
              <a:lnSpc>
                <a:spcPct val="120000"/>
              </a:lnSpc>
              <a:buNone/>
            </a:pPr>
            <a:r>
              <a:rPr lang="en-US" b="1" dirty="0" err="1"/>
              <a:t>created_at</a:t>
            </a:r>
            <a:r>
              <a:rPr lang="en-US" b="1" dirty="0"/>
              <a:t>:</a:t>
            </a:r>
            <a:r>
              <a:rPr lang="en-US" dirty="0"/>
              <a:t> The exact time the entry was saved.</a:t>
            </a:r>
          </a:p>
          <a:p>
            <a:pPr lvl="1">
              <a:lnSpc>
                <a:spcPct val="120000"/>
              </a:lnSpc>
              <a:buNone/>
            </a:pPr>
            <a:endParaRPr lang="en-US" b="1" dirty="0"/>
          </a:p>
          <a:p>
            <a:pPr lvl="1">
              <a:lnSpc>
                <a:spcPct val="120000"/>
              </a:lnSpc>
              <a:buNone/>
            </a:pPr>
            <a:r>
              <a:rPr lang="en-US" b="1" dirty="0"/>
              <a:t>emotion:</a:t>
            </a:r>
            <a:r>
              <a:rPr lang="en-US" dirty="0"/>
              <a:t> The dynamically generated mood tag.</a:t>
            </a:r>
          </a:p>
          <a:p>
            <a:pPr lvl="1">
              <a:lnSpc>
                <a:spcPct val="120000"/>
              </a:lnSpc>
              <a:buNone/>
            </a:pPr>
            <a:endParaRPr lang="en-US" b="1" dirty="0"/>
          </a:p>
          <a:p>
            <a:pPr lvl="1">
              <a:lnSpc>
                <a:spcPct val="120000"/>
              </a:lnSpc>
              <a:buNone/>
            </a:pPr>
            <a:r>
              <a:rPr lang="en-US" b="1" dirty="0"/>
              <a:t>sender:</a:t>
            </a:r>
            <a:r>
              <a:rPr lang="en-US" dirty="0"/>
              <a:t> Identifies who spoke (the user or mirror).</a:t>
            </a:r>
          </a:p>
          <a:p>
            <a:pPr lvl="1">
              <a:lnSpc>
                <a:spcPct val="120000"/>
              </a:lnSpc>
              <a:buNone/>
            </a:pPr>
            <a:endParaRPr lang="en-US" b="1" dirty="0"/>
          </a:p>
          <a:p>
            <a:pPr lvl="1">
              <a:lnSpc>
                <a:spcPct val="120000"/>
              </a:lnSpc>
              <a:buNone/>
            </a:pPr>
            <a:r>
              <a:rPr lang="en-US" b="1" dirty="0" err="1"/>
              <a:t>user_id</a:t>
            </a:r>
            <a:r>
              <a:rPr lang="en-US" b="1" dirty="0"/>
              <a:t>:</a:t>
            </a:r>
            <a:r>
              <a:rPr lang="en-US" dirty="0"/>
              <a:t> Securely links the entry to the logged in user.</a:t>
            </a:r>
          </a:p>
          <a:p>
            <a:pPr lvl="1">
              <a:lnSpc>
                <a:spcPct val="120000"/>
              </a:lnSpc>
              <a:buNone/>
            </a:pPr>
            <a:endParaRPr lang="en-US" b="1" dirty="0"/>
          </a:p>
          <a:p>
            <a:pPr lvl="1">
              <a:lnSpc>
                <a:spcPct val="120000"/>
              </a:lnSpc>
              <a:buNone/>
            </a:pPr>
            <a:r>
              <a:rPr lang="en-US" b="1" dirty="0"/>
              <a:t>embedding:</a:t>
            </a:r>
            <a:r>
              <a:rPr lang="en-US" dirty="0"/>
              <a:t> The mathematical vector used by the AI to find patterns.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E6E5675-CB19-8B8D-3176-8CE7AA2405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b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36834"/>
            <a:ext cx="12192000" cy="3184333"/>
          </a:xfrm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F39B-93FF-A16F-44E6-EDB620B2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Collection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0ED45-B10D-4EF7-2B32-5856F981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Proper Tools Used (Relational Architecture):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	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Neon </a:t>
            </a:r>
            <a:r>
              <a:rPr lang="en-US" b="1" dirty="0" err="1"/>
              <a:t>Serverless</a:t>
            </a:r>
            <a:r>
              <a:rPr lang="en-US" b="1" dirty="0"/>
              <a:t> </a:t>
            </a:r>
            <a:r>
              <a:rPr lang="en-US" b="1" dirty="0" err="1"/>
              <a:t>PostgreSQL</a:t>
            </a:r>
            <a:r>
              <a:rPr lang="en-US" b="1" dirty="0"/>
              <a:t>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A modern cloud database that securely manages user accounts and active sessions.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 err="1"/>
              <a:t>pgvector</a:t>
            </a:r>
            <a:r>
              <a:rPr lang="en-US" b="1" dirty="0"/>
              <a:t> Extension: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A powerful tool that allows us to store the AI's mathematical vectors natively inside our SQL tables.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 lvl="1">
              <a:lnSpc>
                <a:spcPct val="120000"/>
              </a:lnSpc>
              <a:buNone/>
            </a:pPr>
            <a:endParaRPr lang="en-US" sz="1000" dirty="0"/>
          </a:p>
          <a:p>
            <a:pPr>
              <a:lnSpc>
                <a:spcPct val="120000"/>
              </a:lnSpc>
            </a:pPr>
            <a:endParaRPr lang="en-US" sz="1400" b="1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E6E5675-CB19-8B8D-3176-8CE7AA2405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eon-tech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82757"/>
            <a:ext cx="12192000" cy="6092486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08E9-D812-CBEE-8C85-694B0068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Analysis &amp; Interpretation (Preliminary)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Use of Appropriate Analytical Tools: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 err="1"/>
              <a:t>Microservices</a:t>
            </a:r>
            <a:r>
              <a:rPr lang="en-US" b="1" dirty="0"/>
              <a:t> Architecture: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The backend is split into independent services (</a:t>
            </a:r>
            <a:r>
              <a:rPr lang="en-US" dirty="0" err="1"/>
              <a:t>api</a:t>
            </a:r>
            <a:r>
              <a:rPr lang="en-US" dirty="0"/>
              <a:t>-gateway, auth-service, memory-service) to process user data rapidly and keep the code organized.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Asynchronous Processing: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Uses </a:t>
            </a:r>
            <a:r>
              <a:rPr lang="en-US" dirty="0" err="1"/>
              <a:t>RabbitMQ</a:t>
            </a:r>
            <a:r>
              <a:rPr lang="en-US" dirty="0"/>
              <a:t> to handle heavy AI and emotion tagging tasks in the background so the app never freezes while processing text.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High Speed Caching: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Uses an </a:t>
            </a:r>
            <a:r>
              <a:rPr lang="en-US" dirty="0" err="1"/>
              <a:t>Upstash</a:t>
            </a:r>
            <a:r>
              <a:rPr lang="en-US" dirty="0"/>
              <a:t> </a:t>
            </a:r>
            <a:r>
              <a:rPr lang="en-US" dirty="0" err="1"/>
              <a:t>Redis</a:t>
            </a:r>
            <a:r>
              <a:rPr lang="en-US" dirty="0"/>
              <a:t> cache database to store computed text embeddings instantly, ensuring lightning fast search responses.</a:t>
            </a:r>
          </a:p>
        </p:txBody>
      </p:sp>
    </p:spTree>
    <p:extLst>
      <p:ext uri="{BB962C8B-B14F-4D97-AF65-F5344CB8AC3E}">
        <p14:creationId xmlns:p14="http://schemas.microsoft.com/office/powerpoint/2010/main" val="254736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ackend.jpg"/>
          <p:cNvPicPr>
            <a:picLocks noGrp="1" noChangeAspect="1"/>
          </p:cNvPicPr>
          <p:nvPr>
            <p:ph idx="1"/>
          </p:nvPr>
        </p:nvPicPr>
        <p:blipFill>
          <a:blip r:embed="rId2"/>
          <a:srcRect l="2632"/>
          <a:stretch>
            <a:fillRect/>
          </a:stretch>
        </p:blipFill>
        <p:spPr>
          <a:xfrm>
            <a:off x="4810116" y="2405856"/>
            <a:ext cx="2643196" cy="3190875"/>
          </a:xfr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r="781"/>
          <a:stretch>
            <a:fillRect/>
          </a:stretch>
        </p:blipFill>
        <p:spPr bwMode="auto">
          <a:xfrm>
            <a:off x="-1" y="785794"/>
            <a:ext cx="12250637" cy="539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r="1367"/>
          <a:stretch>
            <a:fillRect/>
          </a:stretch>
        </p:blipFill>
        <p:spPr bwMode="auto">
          <a:xfrm>
            <a:off x="0" y="533400"/>
            <a:ext cx="121920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t="658" r="1367"/>
          <a:stretch>
            <a:fillRect/>
          </a:stretch>
        </p:blipFill>
        <p:spPr bwMode="auto">
          <a:xfrm>
            <a:off x="0" y="552440"/>
            <a:ext cx="12192000" cy="575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08E9-D812-CBEE-8C85-694B0068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Analysis &amp; Interpretation (Preliminary)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 Logical Interpretations: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Smart Emotion Tagging: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Mirror doesn't rely on a fixed list of basic emotions. Instead, it analyzes the entry and instantly creates a custom emotion tag that captures the user's exact mood.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Interactive </a:t>
            </a:r>
            <a:r>
              <a:rPr lang="en-US" b="1" dirty="0" err="1"/>
              <a:t>Visualizer</a:t>
            </a:r>
            <a:r>
              <a:rPr lang="en-US" b="1" dirty="0"/>
              <a:t>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Takes the complex AI data from the backend and turns it into easy to read, dynamic graphs right on the user's screen.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Finding Past Patterns: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	</a:t>
            </a:r>
            <a:r>
              <a:rPr lang="en-US" dirty="0"/>
              <a:t>Logically connects older journal entries to show clear trends in how the user's emotions and mindset are developing over time.</a:t>
            </a:r>
          </a:p>
        </p:txBody>
      </p:sp>
    </p:spTree>
    <p:extLst>
      <p:ext uri="{BB962C8B-B14F-4D97-AF65-F5344CB8AC3E}">
        <p14:creationId xmlns:p14="http://schemas.microsoft.com/office/powerpoint/2010/main" val="2547360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emoti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visual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85764"/>
            <a:ext cx="12192000" cy="57912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3906-DA4B-8EB6-BA07-A4E355F6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Consistency with Objectives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8526" cy="431801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Work Progress Aligned with Original Objectives: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One App for All Platforms: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	</a:t>
            </a:r>
            <a:r>
              <a:rPr lang="en-US" dirty="0"/>
              <a:t>Successfully built the core screens (Login, Chat, You Profile) to work perfectly and look consistent on both Web and Android.</a:t>
            </a:r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Strict Privacy Focus: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The database and secure login (JWT) are designed to keep user data completely private. The project stays true to its original goal of being a purely </a:t>
            </a:r>
            <a:r>
              <a:rPr lang="en-US" i="1" dirty="0"/>
              <a:t>personal</a:t>
            </a:r>
            <a:r>
              <a:rPr lang="en-US" dirty="0"/>
              <a:t> journal, avoiding any public social features.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E92BD8A6-9895-4618-98CC-84E1461086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19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obile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2584" y="678637"/>
            <a:ext cx="2475326" cy="5500726"/>
          </a:xfrm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D3FFE436-32CE-1B0C-74BA-E669E05EFA5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3906-DA4B-8EB6-BA07-A4E355F6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Consistency with Objectives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4E6F-B5E8-A748-2AF1-094CCC15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Adherence to Scope:</a:t>
            </a:r>
            <a:endParaRPr lang="en-US" dirty="0"/>
          </a:p>
          <a:p>
            <a:pPr>
              <a:lnSpc>
                <a:spcPct val="120000"/>
              </a:lnSpc>
              <a:buNone/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Low Friction User Experience: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Built a clean, intuitive interface using Ionic and Angular, allowing users to effortlessly log their daily reflections through both text and voice inputs.</a:t>
            </a:r>
          </a:p>
          <a:p>
            <a:pPr>
              <a:lnSpc>
                <a:spcPct val="120000"/>
              </a:lnSpc>
            </a:pP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Cloud Native Distributed Architecture:</a:t>
            </a:r>
            <a:r>
              <a:rPr lang="en-US" dirty="0"/>
              <a:t> 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	The application stack is fully deployed across a distributed cloud environment. The core </a:t>
            </a:r>
            <a:r>
              <a:rPr lang="en-US" dirty="0" err="1"/>
              <a:t>microservices</a:t>
            </a:r>
            <a:r>
              <a:rPr lang="en-US" dirty="0"/>
              <a:t> and </a:t>
            </a:r>
            <a:r>
              <a:rPr lang="en-US" dirty="0" err="1"/>
              <a:t>Zipkin</a:t>
            </a:r>
            <a:r>
              <a:rPr lang="en-US" dirty="0"/>
              <a:t> are hosted on Azure, while </a:t>
            </a:r>
            <a:r>
              <a:rPr lang="en-US" dirty="0" err="1"/>
              <a:t>Redis</a:t>
            </a:r>
            <a:r>
              <a:rPr lang="en-US" dirty="0"/>
              <a:t> is hosted on </a:t>
            </a:r>
            <a:r>
              <a:rPr lang="en-US" dirty="0" err="1"/>
              <a:t>Upstash</a:t>
            </a:r>
            <a:r>
              <a:rPr lang="en-US" dirty="0"/>
              <a:t> and </a:t>
            </a:r>
            <a:r>
              <a:rPr lang="en-US" dirty="0" err="1"/>
              <a:t>RabbitMQ</a:t>
            </a:r>
            <a:r>
              <a:rPr lang="en-US" dirty="0"/>
              <a:t> on </a:t>
            </a:r>
            <a:r>
              <a:rPr lang="en-US" dirty="0" err="1"/>
              <a:t>CloudAMQP</a:t>
            </a:r>
            <a:r>
              <a:rPr lang="en-US" dirty="0"/>
              <a:t>, proving the system is a highly scalable, production ready product.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E92BD8A6-9895-4618-98CC-84E1461086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19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F3B1-DFD2-C2C9-DFA9-B99FF9F8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102"/>
            <a:ext cx="10515600" cy="1325563"/>
          </a:xfrm>
        </p:spPr>
        <p:txBody>
          <a:bodyPr/>
          <a:lstStyle/>
          <a:p>
            <a:pPr algn="ctr"/>
            <a:r>
              <a:rPr lang="en-US"/>
              <a:t>Thank You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AB45649-46DB-63EE-0C5A-735D6229B4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6310314" y="3500438"/>
            <a:ext cx="578185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	</a:t>
            </a:r>
            <a:endParaRPr lang="en-US" sz="1000" b="1" dirty="0"/>
          </a:p>
          <a:p>
            <a:pPr>
              <a:buNone/>
            </a:pPr>
            <a:r>
              <a:rPr lang="en-US" sz="1000" dirty="0"/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F6B90-425E-620C-35C1-D917801918D8}"/>
              </a:ext>
            </a:extLst>
          </p:cNvPr>
          <p:cNvSpPr txBox="1"/>
          <p:nvPr/>
        </p:nvSpPr>
        <p:spPr>
          <a:xfrm>
            <a:off x="1059230" y="6165953"/>
            <a:ext cx="1127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</a:rPr>
              <a:t>MIRЯOЯ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1CE2E-1203-9DE5-A7BC-89CF2B772871}"/>
              </a:ext>
            </a:extLst>
          </p:cNvPr>
          <p:cNvSpPr txBox="1"/>
          <p:nvPr/>
        </p:nvSpPr>
        <p:spPr>
          <a:xfrm>
            <a:off x="7723226" y="6167801"/>
            <a:ext cx="3873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Prabhu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</a:t>
            </a:r>
            <a:r>
              <a:rPr lang="en-US" dirty="0" err="1"/>
              <a:t>Pamula</a:t>
            </a:r>
            <a:r>
              <a:rPr lang="en-US" dirty="0"/>
              <a:t> | 24EMCA1237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C4A68-BB44-5269-E7B8-9892C66A1B6A}"/>
              </a:ext>
            </a:extLst>
          </p:cNvPr>
          <p:cNvSpPr txBox="1"/>
          <p:nvPr/>
        </p:nvSpPr>
        <p:spPr>
          <a:xfrm>
            <a:off x="809588" y="3214686"/>
            <a:ext cx="104967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Questions and Feedback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340" y="5286388"/>
          <a:ext cx="4643470" cy="755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Repository: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3"/>
                        </a:rPr>
                        <a:t>https://github.com/prabhu-tejaa/MIRROR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Web Interface: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4"/>
                        </a:rPr>
                        <a:t>https://projectmirror.tech/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77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Android Build: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  <a:hlinkClick r:id="rId5"/>
                        </a:rPr>
                        <a:t>https://github.com/prabhu-tejaa/MIRROR/releases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1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2013</TotalTime>
  <Words>147</Words>
  <Application>Microsoft Office PowerPoint</Application>
  <PresentationFormat>Widescreen</PresentationFormat>
  <Paragraphs>101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MIRЯOЯ An AI Powered Memory and Emotional Analytics System</vt:lpstr>
      <vt:lpstr>Outline</vt:lpstr>
      <vt:lpstr>Data Collection Progress</vt:lpstr>
      <vt:lpstr>PowerPoint Presentation</vt:lpstr>
      <vt:lpstr>PowerPoint Presentation</vt:lpstr>
      <vt:lpstr>Data Collection Progress</vt:lpstr>
      <vt:lpstr>PowerPoint Presentation</vt:lpstr>
      <vt:lpstr>Data Collection Progress</vt:lpstr>
      <vt:lpstr>PowerPoint Presentation</vt:lpstr>
      <vt:lpstr>Analysis &amp; Interpretation (Preliminary)</vt:lpstr>
      <vt:lpstr>PowerPoint Presentation</vt:lpstr>
      <vt:lpstr>PowerPoint Presentation</vt:lpstr>
      <vt:lpstr>PowerPoint Presentation</vt:lpstr>
      <vt:lpstr>PowerPoint Presentation</vt:lpstr>
      <vt:lpstr>Analysis &amp; Interpretation (Preliminary)</vt:lpstr>
      <vt:lpstr>PowerPoint Presentation</vt:lpstr>
      <vt:lpstr>PowerPoint Presentation</vt:lpstr>
      <vt:lpstr>Consistency with Objectives</vt:lpstr>
      <vt:lpstr>PowerPoint Presentation</vt:lpstr>
      <vt:lpstr>Consistency with Objectives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Shelly Pranuti</cp:lastModifiedBy>
  <cp:revision>115</cp:revision>
  <dcterms:created xsi:type="dcterms:W3CDTF">2013-07-15T20:26:40Z</dcterms:created>
  <dcterms:modified xsi:type="dcterms:W3CDTF">2026-06-11T05:55:51Z</dcterms:modified>
</cp:coreProperties>
</file>